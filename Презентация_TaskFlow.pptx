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7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051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64a9c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96121" y="1152525"/>
            <a:ext cx="2351758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60"/>
              </a:lnSpc>
              <a:spcAft>
                <a:spcPts val="1500"/>
              </a:spcAft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210223" y="2055465"/>
            <a:ext cx="47235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Веб-приложение для управления задачами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70507" y="2565946"/>
            <a:ext cx="22028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рабочих команд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364154" y="3362176"/>
            <a:ext cx="441554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0"/>
              </a:spcBef>
              <a:spcAft>
                <a:spcPts val="7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Курсовой проект по дисциплине</a:t>
            </a:r>
            <a:endParaRPr lang="en-US" sz="1500" dirty="0"/>
          </a:p>
          <a:p>
            <a:pPr marL="0" indent="0" algn="ctr">
              <a:lnSpc>
                <a:spcPts val="2100"/>
              </a:lnSpc>
              <a:spcBef>
                <a:spcPts val="3000"/>
              </a:spcBef>
              <a:spcAft>
                <a:spcPts val="7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"Проектирование и разработка веб-приложений"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проекта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00125"/>
            <a:ext cx="8001000" cy="285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трансформация бизнеса требует эффективных инструментов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Удаленная и гибридная работа команд становится нормой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Традиционные методы координации неэффективны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Потребность в прозрачности рабочих процессов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90625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2955" y="1419225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Разработка веб-приложения для управления задачами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343150"/>
            <a:ext cx="8001000" cy="189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архитектуры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аутентификации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командами и задачами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90625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125"/>
              </a:spcAft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653480"/>
            <a:ext cx="38100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Express.js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+ Mongoose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аутентификация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bcryptjs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62500" y="1190625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1125"/>
              </a:spcAft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62500" y="1653480"/>
            <a:ext cx="38100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500" dirty="0"/>
          </a:p>
          <a:p>
            <a:pPr marL="342900" indent="-3429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системы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00125"/>
            <a:ext cx="8001000" cy="318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Клиент-серверная архитектура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 SPA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Express.js API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JWT токены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197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базы данных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90625"/>
            <a:ext cx="2508200" cy="2148334"/>
          </a:xfrm>
          <a:prstGeom prst="roundRect">
            <a:avLst>
              <a:gd name="adj" fmla="val 3547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0550" y="1190625"/>
            <a:ext cx="0" cy="2148334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G"/>
          </a:p>
        </p:txBody>
      </p:sp>
      <p:sp>
        <p:nvSpPr>
          <p:cNvPr id="5" name="Text 3"/>
          <p:cNvSpPr/>
          <p:nvPr/>
        </p:nvSpPr>
        <p:spPr>
          <a:xfrm>
            <a:off x="800100" y="1381125"/>
            <a:ext cx="21308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0100" y="1769715"/>
            <a:ext cx="2089100" cy="137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17825" y="1190625"/>
            <a:ext cx="2508200" cy="2148334"/>
          </a:xfrm>
          <a:prstGeom prst="roundRect">
            <a:avLst>
              <a:gd name="adj" fmla="val 3547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36875" y="1190625"/>
            <a:ext cx="0" cy="2148334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G"/>
          </a:p>
        </p:txBody>
      </p:sp>
      <p:sp>
        <p:nvSpPr>
          <p:cNvPr id="9" name="Text 7"/>
          <p:cNvSpPr/>
          <p:nvPr/>
        </p:nvSpPr>
        <p:spPr>
          <a:xfrm>
            <a:off x="3546425" y="1381125"/>
            <a:ext cx="21308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6425" y="1769715"/>
            <a:ext cx="2089100" cy="137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members[]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64151" y="1190625"/>
            <a:ext cx="2508349" cy="2148334"/>
          </a:xfrm>
          <a:prstGeom prst="roundRect">
            <a:avLst>
              <a:gd name="adj" fmla="val 3547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83201" y="1190625"/>
            <a:ext cx="0" cy="2148334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G"/>
          </a:p>
        </p:txBody>
      </p:sp>
      <p:sp>
        <p:nvSpPr>
          <p:cNvPr id="13" name="Text 11"/>
          <p:cNvSpPr/>
          <p:nvPr/>
        </p:nvSpPr>
        <p:spPr>
          <a:xfrm>
            <a:off x="6292751" y="1381125"/>
            <a:ext cx="21310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92751" y="1769715"/>
            <a:ext cx="2089249" cy="137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description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priority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assignee, author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comments[]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61304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Реализованная функциональность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00125"/>
            <a:ext cx="8001000" cy="318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Регистрация и вход с JWT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Создание, приглашение, управление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CRUD, назначение исполнителей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Kanban-доска: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Todo, In Progress, Done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Комментарии: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Обсуждение задач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1875"/>
              </a:spcAft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и выводы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90625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2955" y="1419225"/>
            <a:ext cx="7578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Разработано веб-приложение для управления задачами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295525"/>
            <a:ext cx="8001000" cy="189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Реализованы все требования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Пройдено тестирование</a:t>
            </a:r>
            <a:endParaRPr lang="en-US" sz="1800" dirty="0"/>
          </a:p>
          <a:p>
            <a:pPr marL="342900" indent="-342900" algn="l">
              <a:lnSpc>
                <a:spcPts val="2520"/>
              </a:lnSpc>
              <a:spcAft>
                <a:spcPts val="1125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Масштабируемая архитектура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c5e4b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59780" y="1695450"/>
            <a:ext cx="5824290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60"/>
              </a:lnSpc>
              <a:spcAft>
                <a:spcPts val="1500"/>
              </a:spcAft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876495" y="2979390"/>
            <a:ext cx="339086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750"/>
              </a:spcBef>
              <a:spcAft>
                <a:spcPts val="7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вопросы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Macintosh PowerPoint</Application>
  <PresentationFormat>On-screen Show (16:9)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- Веб-приложение для управления задачами</dc:title>
  <dc:subject>PptxGenJS Presentation</dc:subject>
  <dc:creator>Student KSTU</dc:creator>
  <cp:lastModifiedBy>Ruslan Medetbekov</cp:lastModifiedBy>
  <cp:revision>1</cp:revision>
  <dcterms:created xsi:type="dcterms:W3CDTF">2026-01-21T16:13:05Z</dcterms:created>
  <dcterms:modified xsi:type="dcterms:W3CDTF">2026-01-21T16:25:50Z</dcterms:modified>
</cp:coreProperties>
</file>